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53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-144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D89C2-5F52-462F-A1E7-B07AD50F8DDE}" type="datetimeFigureOut">
              <a:rPr lang="ko-KR" altLang="en-US" smtClean="0"/>
              <a:t>2019-11-05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CD4E5-31F6-4E0B-ADD7-92D5C5B774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9370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D89C2-5F52-462F-A1E7-B07AD50F8DDE}" type="datetimeFigureOut">
              <a:rPr lang="ko-KR" altLang="en-US" smtClean="0"/>
              <a:t>2019-11-05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CD4E5-31F6-4E0B-ADD7-92D5C5B774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4441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D89C2-5F52-462F-A1E7-B07AD50F8DDE}" type="datetimeFigureOut">
              <a:rPr lang="ko-KR" altLang="en-US" smtClean="0"/>
              <a:t>2019-11-05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CD4E5-31F6-4E0B-ADD7-92D5C5B774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5575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D89C2-5F52-462F-A1E7-B07AD50F8DDE}" type="datetimeFigureOut">
              <a:rPr lang="ko-KR" altLang="en-US" smtClean="0"/>
              <a:t>2019-11-05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CD4E5-31F6-4E0B-ADD7-92D5C5B774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5812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D89C2-5F52-462F-A1E7-B07AD50F8DDE}" type="datetimeFigureOut">
              <a:rPr lang="ko-KR" altLang="en-US" smtClean="0"/>
              <a:t>2019-11-05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CD4E5-31F6-4E0B-ADD7-92D5C5B774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1334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D89C2-5F52-462F-A1E7-B07AD50F8DDE}" type="datetimeFigureOut">
              <a:rPr lang="ko-KR" altLang="en-US" smtClean="0"/>
              <a:t>2019-11-05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CD4E5-31F6-4E0B-ADD7-92D5C5B774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561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D89C2-5F52-462F-A1E7-B07AD50F8DDE}" type="datetimeFigureOut">
              <a:rPr lang="ko-KR" altLang="en-US" smtClean="0"/>
              <a:t>2019-11-05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CD4E5-31F6-4E0B-ADD7-92D5C5B774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742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D89C2-5F52-462F-A1E7-B07AD50F8DDE}" type="datetimeFigureOut">
              <a:rPr lang="ko-KR" altLang="en-US" smtClean="0"/>
              <a:t>2019-11-05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CD4E5-31F6-4E0B-ADD7-92D5C5B774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1106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D89C2-5F52-462F-A1E7-B07AD50F8DDE}" type="datetimeFigureOut">
              <a:rPr lang="ko-KR" altLang="en-US" smtClean="0"/>
              <a:t>2019-11-05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CD4E5-31F6-4E0B-ADD7-92D5C5B774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0439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D89C2-5F52-462F-A1E7-B07AD50F8DDE}" type="datetimeFigureOut">
              <a:rPr lang="ko-KR" altLang="en-US" smtClean="0"/>
              <a:t>2019-11-05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CD4E5-31F6-4E0B-ADD7-92D5C5B774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288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D89C2-5F52-462F-A1E7-B07AD50F8DDE}" type="datetimeFigureOut">
              <a:rPr lang="ko-KR" altLang="en-US" smtClean="0"/>
              <a:t>2019-11-05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CD4E5-31F6-4E0B-ADD7-92D5C5B774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7600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0D89C2-5F52-462F-A1E7-B07AD50F8DDE}" type="datetimeFigureOut">
              <a:rPr lang="ko-KR" altLang="en-US" smtClean="0"/>
              <a:t>2019-11-05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8CD4E5-31F6-4E0B-ADD7-92D5C5B774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1902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err="1" smtClean="0"/>
              <a:t>ModelSim</a:t>
            </a:r>
            <a:r>
              <a:rPr lang="en-US" altLang="ko-KR" dirty="0" smtClean="0"/>
              <a:t> </a:t>
            </a:r>
            <a:r>
              <a:rPr lang="ko-KR" altLang="en-US" dirty="0" smtClean="0"/>
              <a:t>사용 방법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endParaRPr lang="en-US" altLang="ko-KR" dirty="0" smtClean="0"/>
          </a:p>
          <a:p>
            <a:pPr algn="r"/>
            <a:r>
              <a:rPr lang="en-US" altLang="ko-KR" sz="2800" dirty="0" smtClean="0"/>
              <a:t>2019</a:t>
            </a:r>
            <a:r>
              <a:rPr lang="ko-KR" altLang="en-US" sz="2800" dirty="0" smtClean="0"/>
              <a:t>년 </a:t>
            </a:r>
            <a:r>
              <a:rPr lang="en-US" altLang="ko-KR" sz="2800" dirty="0" smtClean="0"/>
              <a:t>11</a:t>
            </a:r>
            <a:r>
              <a:rPr lang="ko-KR" altLang="en-US" sz="2800" dirty="0" smtClean="0"/>
              <a:t>월 </a:t>
            </a:r>
            <a:r>
              <a:rPr lang="en-US" altLang="ko-KR" sz="2800" dirty="0"/>
              <a:t>7</a:t>
            </a:r>
            <a:r>
              <a:rPr lang="ko-KR" altLang="en-US" sz="2800" dirty="0" smtClean="0"/>
              <a:t>일</a:t>
            </a:r>
            <a:endParaRPr lang="en-US" altLang="ko-KR" sz="2800" dirty="0" smtClean="0"/>
          </a:p>
          <a:p>
            <a:pPr algn="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19679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7855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*</a:t>
            </a:r>
            <a:r>
              <a:rPr lang="ko-KR" altLang="en-US" sz="3600" dirty="0" smtClean="0"/>
              <a:t> </a:t>
            </a:r>
            <a:r>
              <a:rPr lang="en-US" altLang="ko-KR" sz="3600" dirty="0" err="1" smtClean="0"/>
              <a:t>ModelSim</a:t>
            </a:r>
            <a:r>
              <a:rPr lang="en-US" altLang="ko-KR" sz="3600" dirty="0" smtClean="0"/>
              <a:t> </a:t>
            </a:r>
            <a:r>
              <a:rPr lang="ko-KR" altLang="en-US" sz="3600" dirty="0" smtClean="0"/>
              <a:t>컴파일 방법 </a:t>
            </a:r>
            <a:r>
              <a:rPr lang="en-US" altLang="ko-KR" sz="3600" dirty="0" smtClean="0"/>
              <a:t>*</a:t>
            </a:r>
            <a:endParaRPr lang="ko-KR" altLang="en-US" sz="3600" dirty="0"/>
          </a:p>
        </p:txBody>
      </p:sp>
      <p:cxnSp>
        <p:nvCxnSpPr>
          <p:cNvPr id="7" name="직선 연결선 6"/>
          <p:cNvCxnSpPr/>
          <p:nvPr/>
        </p:nvCxnSpPr>
        <p:spPr>
          <a:xfrm>
            <a:off x="838200" y="1212980"/>
            <a:ext cx="105156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0679" y="3129502"/>
            <a:ext cx="781050" cy="11620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11729" y="3525861"/>
            <a:ext cx="23198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← 클릭          </a:t>
            </a:r>
            <a:r>
              <a:rPr lang="ko-KR" altLang="en-US" b="1" dirty="0" smtClean="0"/>
              <a:t>혹은</a:t>
            </a:r>
            <a:endParaRPr lang="ko-KR" altLang="en-US" b="1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rcRect t="2631" b="22891"/>
          <a:stretch/>
        </p:blipFill>
        <p:spPr>
          <a:xfrm>
            <a:off x="5858385" y="1778875"/>
            <a:ext cx="2867025" cy="4232635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6396989" y="2060835"/>
            <a:ext cx="2328421" cy="5315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8767008" y="2141937"/>
            <a:ext cx="958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>
                <a:solidFill>
                  <a:srgbClr val="FF0000"/>
                </a:solidFill>
              </a:rPr>
              <a:t>← 클릭</a:t>
            </a:r>
          </a:p>
        </p:txBody>
      </p:sp>
    </p:spTree>
    <p:extLst>
      <p:ext uri="{BB962C8B-B14F-4D97-AF65-F5344CB8AC3E}">
        <p14:creationId xmlns:p14="http://schemas.microsoft.com/office/powerpoint/2010/main" val="1928814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7855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*</a:t>
            </a:r>
            <a:r>
              <a:rPr lang="ko-KR" altLang="en-US" sz="3600" dirty="0" smtClean="0"/>
              <a:t> </a:t>
            </a:r>
            <a:r>
              <a:rPr lang="en-US" altLang="ko-KR" sz="3600" dirty="0" err="1" smtClean="0"/>
              <a:t>ModelSim</a:t>
            </a:r>
            <a:r>
              <a:rPr lang="en-US" altLang="ko-KR" sz="3600" dirty="0" smtClean="0"/>
              <a:t> </a:t>
            </a:r>
            <a:r>
              <a:rPr lang="ko-KR" altLang="en-US" sz="3600" dirty="0" smtClean="0"/>
              <a:t>컴파일 방법 </a:t>
            </a:r>
            <a:r>
              <a:rPr lang="en-US" altLang="ko-KR" sz="3600" dirty="0" smtClean="0"/>
              <a:t>*</a:t>
            </a:r>
            <a:endParaRPr lang="ko-KR" altLang="en-US" sz="3600" dirty="0"/>
          </a:p>
        </p:txBody>
      </p:sp>
      <p:cxnSp>
        <p:nvCxnSpPr>
          <p:cNvPr id="7" name="직선 연결선 6"/>
          <p:cNvCxnSpPr/>
          <p:nvPr/>
        </p:nvCxnSpPr>
        <p:spPr>
          <a:xfrm>
            <a:off x="838200" y="1212980"/>
            <a:ext cx="105156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/>
          <p:cNvPicPr>
            <a:picLocks noChangeAspect="1"/>
          </p:cNvPicPr>
          <p:nvPr/>
        </p:nvPicPr>
        <p:blipFill rotWithShape="1">
          <a:blip r:embed="rId2"/>
          <a:srcRect b="14569"/>
          <a:stretch/>
        </p:blipFill>
        <p:spPr>
          <a:xfrm>
            <a:off x="1410485" y="1383975"/>
            <a:ext cx="9371029" cy="424382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42001" y="579879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초기화면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4105856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7855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*</a:t>
            </a:r>
            <a:r>
              <a:rPr lang="ko-KR" altLang="en-US" sz="3600" dirty="0" smtClean="0"/>
              <a:t> </a:t>
            </a:r>
            <a:r>
              <a:rPr lang="en-US" altLang="ko-KR" sz="3600" dirty="0" err="1" smtClean="0"/>
              <a:t>ModelSim</a:t>
            </a:r>
            <a:r>
              <a:rPr lang="en-US" altLang="ko-KR" sz="3600" dirty="0" smtClean="0"/>
              <a:t> </a:t>
            </a:r>
            <a:r>
              <a:rPr lang="ko-KR" altLang="en-US" sz="3600" dirty="0" smtClean="0"/>
              <a:t>컴파일 방법 </a:t>
            </a:r>
            <a:r>
              <a:rPr lang="en-US" altLang="ko-KR" sz="3600" dirty="0" smtClean="0"/>
              <a:t>*</a:t>
            </a:r>
            <a:endParaRPr lang="ko-KR" altLang="en-US" sz="3600" dirty="0"/>
          </a:p>
        </p:txBody>
      </p:sp>
      <p:cxnSp>
        <p:nvCxnSpPr>
          <p:cNvPr id="7" name="직선 연결선 6"/>
          <p:cNvCxnSpPr/>
          <p:nvPr/>
        </p:nvCxnSpPr>
        <p:spPr>
          <a:xfrm>
            <a:off x="838200" y="1212980"/>
            <a:ext cx="105156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19187"/>
            <a:ext cx="7127449" cy="40614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486424" y="5886844"/>
            <a:ext cx="32191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/>
              <a:t>File -&gt; New -&gt; Project </a:t>
            </a:r>
            <a:r>
              <a:rPr lang="ko-KR" altLang="en-US" b="1" dirty="0" smtClean="0"/>
              <a:t>클릭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633852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7855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*</a:t>
            </a:r>
            <a:r>
              <a:rPr lang="ko-KR" altLang="en-US" sz="3600" dirty="0" smtClean="0"/>
              <a:t> </a:t>
            </a:r>
            <a:r>
              <a:rPr lang="en-US" altLang="ko-KR" sz="3600" dirty="0" err="1" smtClean="0"/>
              <a:t>ModelSim</a:t>
            </a:r>
            <a:r>
              <a:rPr lang="en-US" altLang="ko-KR" sz="3600" dirty="0" smtClean="0"/>
              <a:t> </a:t>
            </a:r>
            <a:r>
              <a:rPr lang="ko-KR" altLang="en-US" sz="3600" dirty="0" smtClean="0"/>
              <a:t>컴파일 방법 </a:t>
            </a:r>
            <a:r>
              <a:rPr lang="en-US" altLang="ko-KR" sz="3600" dirty="0" smtClean="0"/>
              <a:t>*</a:t>
            </a:r>
            <a:endParaRPr lang="ko-KR" altLang="en-US" sz="3600" dirty="0"/>
          </a:p>
        </p:txBody>
      </p:sp>
      <p:cxnSp>
        <p:nvCxnSpPr>
          <p:cNvPr id="7" name="직선 연결선 6"/>
          <p:cNvCxnSpPr/>
          <p:nvPr/>
        </p:nvCxnSpPr>
        <p:spPr>
          <a:xfrm>
            <a:off x="838200" y="1212980"/>
            <a:ext cx="105156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9285" y="1628922"/>
            <a:ext cx="4742102" cy="40460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81947" y="2359267"/>
            <a:ext cx="4849726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</a:rPr>
              <a:t>Project Name</a:t>
            </a:r>
            <a:r>
              <a:rPr lang="ko-KR" altLang="en-US" dirty="0" smtClean="0"/>
              <a:t>을</a:t>
            </a:r>
            <a:r>
              <a:rPr lang="en-US" altLang="ko-KR" dirty="0" smtClean="0"/>
              <a:t> week6 </a:t>
            </a:r>
            <a:r>
              <a:rPr lang="ko-KR" altLang="en-US" dirty="0" smtClean="0"/>
              <a:t>으로 저장한 후</a:t>
            </a:r>
            <a:r>
              <a:rPr lang="en-US" altLang="ko-KR" dirty="0" smtClean="0"/>
              <a:t>,</a:t>
            </a:r>
          </a:p>
          <a:p>
            <a:endParaRPr lang="en-US" altLang="ko-KR" dirty="0"/>
          </a:p>
          <a:p>
            <a:r>
              <a:rPr lang="en-US" altLang="ko-KR" dirty="0" smtClean="0">
                <a:solidFill>
                  <a:srgbClr val="FF0000"/>
                </a:solidFill>
              </a:rPr>
              <a:t>Project Location</a:t>
            </a:r>
            <a:r>
              <a:rPr lang="ko-KR" altLang="en-US" dirty="0" smtClean="0"/>
              <a:t>은 바탕화면에 </a:t>
            </a:r>
            <a:r>
              <a:rPr lang="en-US" altLang="ko-KR" dirty="0" smtClean="0"/>
              <a:t>week6 </a:t>
            </a:r>
            <a:r>
              <a:rPr lang="ko-KR" altLang="en-US" dirty="0" smtClean="0"/>
              <a:t>폴더를</a:t>
            </a:r>
            <a:endParaRPr lang="en-US" altLang="ko-KR" dirty="0" smtClean="0"/>
          </a:p>
          <a:p>
            <a:r>
              <a:rPr lang="ko-KR" altLang="en-US" dirty="0" smtClean="0"/>
              <a:t>생성한 뒤 경로 지정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 smtClean="0">
                <a:solidFill>
                  <a:srgbClr val="FF0000"/>
                </a:solidFill>
              </a:rPr>
              <a:t>Default Library Name</a:t>
            </a:r>
            <a:r>
              <a:rPr lang="ko-KR" altLang="en-US" dirty="0" smtClean="0"/>
              <a:t>과 </a:t>
            </a:r>
            <a:r>
              <a:rPr lang="en-US" altLang="ko-KR" dirty="0" smtClean="0">
                <a:solidFill>
                  <a:srgbClr val="FF0000"/>
                </a:solidFill>
              </a:rPr>
              <a:t>Copy Settings From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en-US" dirty="0" smtClean="0"/>
              <a:t>은 그대로 방치</a:t>
            </a:r>
            <a:endParaRPr lang="en-US" altLang="ko-KR" dirty="0" smtClean="0"/>
          </a:p>
          <a:p>
            <a:endParaRPr lang="en-US" altLang="ko-KR" dirty="0"/>
          </a:p>
          <a:p>
            <a:r>
              <a:rPr lang="ko-KR" altLang="en-US" dirty="0" smtClean="0"/>
              <a:t>설정이 완료되면 </a:t>
            </a:r>
            <a:r>
              <a:rPr lang="en-US" altLang="ko-KR" dirty="0" smtClean="0">
                <a:solidFill>
                  <a:srgbClr val="FF0000"/>
                </a:solidFill>
              </a:rPr>
              <a:t>OK</a:t>
            </a:r>
            <a:r>
              <a:rPr lang="ko-KR" altLang="en-US" dirty="0" smtClean="0"/>
              <a:t>버튼 클릭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9513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7855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*</a:t>
            </a:r>
            <a:r>
              <a:rPr lang="ko-KR" altLang="en-US" sz="3600" dirty="0" smtClean="0"/>
              <a:t> </a:t>
            </a:r>
            <a:r>
              <a:rPr lang="en-US" altLang="ko-KR" sz="3600" dirty="0" err="1" smtClean="0"/>
              <a:t>ModelSim</a:t>
            </a:r>
            <a:r>
              <a:rPr lang="en-US" altLang="ko-KR" sz="3600" dirty="0" smtClean="0"/>
              <a:t> </a:t>
            </a:r>
            <a:r>
              <a:rPr lang="ko-KR" altLang="en-US" sz="3600" dirty="0" smtClean="0"/>
              <a:t>컴파일 방법 </a:t>
            </a:r>
            <a:r>
              <a:rPr lang="en-US" altLang="ko-KR" sz="3600" dirty="0" smtClean="0"/>
              <a:t>*</a:t>
            </a:r>
            <a:endParaRPr lang="ko-KR" altLang="en-US" sz="3600" dirty="0"/>
          </a:p>
        </p:txBody>
      </p:sp>
      <p:cxnSp>
        <p:nvCxnSpPr>
          <p:cNvPr id="7" name="직선 연결선 6"/>
          <p:cNvCxnSpPr/>
          <p:nvPr/>
        </p:nvCxnSpPr>
        <p:spPr>
          <a:xfrm>
            <a:off x="838200" y="1212980"/>
            <a:ext cx="105156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638" y="1606197"/>
            <a:ext cx="3658385" cy="327259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0370" y="2060835"/>
            <a:ext cx="4726036" cy="21418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63685" y="5646656"/>
            <a:ext cx="77860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</a:rPr>
              <a:t>Add Existing File </a:t>
            </a:r>
            <a:r>
              <a:rPr lang="ko-KR" altLang="en-US" dirty="0" smtClean="0"/>
              <a:t>클릭 후 오른쪽 사진과 같은 창이 나타나면 </a:t>
            </a:r>
            <a:r>
              <a:rPr lang="en-US" altLang="ko-KR" dirty="0" smtClean="0">
                <a:solidFill>
                  <a:srgbClr val="FF0000"/>
                </a:solidFill>
              </a:rPr>
              <a:t>Browse</a:t>
            </a:r>
            <a:r>
              <a:rPr lang="en-US" altLang="ko-KR" dirty="0" smtClean="0"/>
              <a:t> </a:t>
            </a:r>
            <a:r>
              <a:rPr lang="ko-KR" altLang="en-US" dirty="0" smtClean="0"/>
              <a:t>클릭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6911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7855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*</a:t>
            </a:r>
            <a:r>
              <a:rPr lang="ko-KR" altLang="en-US" sz="3600" dirty="0" smtClean="0"/>
              <a:t> </a:t>
            </a:r>
            <a:r>
              <a:rPr lang="en-US" altLang="ko-KR" sz="3600" dirty="0" err="1" smtClean="0"/>
              <a:t>ModelSim</a:t>
            </a:r>
            <a:r>
              <a:rPr lang="en-US" altLang="ko-KR" sz="3600" dirty="0" smtClean="0"/>
              <a:t> </a:t>
            </a:r>
            <a:r>
              <a:rPr lang="ko-KR" altLang="en-US" sz="3600" dirty="0" smtClean="0"/>
              <a:t>컴파일 방법 </a:t>
            </a:r>
            <a:r>
              <a:rPr lang="en-US" altLang="ko-KR" sz="3600" dirty="0" smtClean="0"/>
              <a:t>*</a:t>
            </a:r>
            <a:endParaRPr lang="ko-KR" altLang="en-US" sz="3600" dirty="0"/>
          </a:p>
        </p:txBody>
      </p:sp>
      <p:cxnSp>
        <p:nvCxnSpPr>
          <p:cNvPr id="7" name="직선 연결선 6"/>
          <p:cNvCxnSpPr/>
          <p:nvPr/>
        </p:nvCxnSpPr>
        <p:spPr>
          <a:xfrm>
            <a:off x="838200" y="1212980"/>
            <a:ext cx="105156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409013"/>
            <a:ext cx="5592982" cy="309699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6325" y="2060835"/>
            <a:ext cx="3857625" cy="1771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78440" y="5353866"/>
            <a:ext cx="100351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PPT</a:t>
            </a:r>
            <a:r>
              <a:rPr lang="ko-KR" altLang="en-US" dirty="0" smtClean="0"/>
              <a:t>와 같이 제공된 파일</a:t>
            </a:r>
            <a:r>
              <a:rPr lang="en-US" altLang="ko-KR" dirty="0"/>
              <a:t> </a:t>
            </a:r>
            <a:r>
              <a:rPr lang="en-US" altLang="ko-KR" dirty="0" smtClean="0"/>
              <a:t>2</a:t>
            </a:r>
            <a:r>
              <a:rPr lang="ko-KR" altLang="en-US" dirty="0" smtClean="0"/>
              <a:t>개 </a:t>
            </a:r>
            <a:r>
              <a:rPr lang="en-US" altLang="ko-KR" dirty="0" smtClean="0"/>
              <a:t>(</a:t>
            </a:r>
            <a:r>
              <a:rPr lang="ko-KR" altLang="en-US" dirty="0" smtClean="0">
                <a:solidFill>
                  <a:srgbClr val="FF0000"/>
                </a:solidFill>
              </a:rPr>
              <a:t>일반 파일</a:t>
            </a:r>
            <a:r>
              <a:rPr lang="en-US" altLang="ko-KR" dirty="0" smtClean="0">
                <a:solidFill>
                  <a:srgbClr val="FF0000"/>
                </a:solidFill>
              </a:rPr>
              <a:t>, </a:t>
            </a:r>
            <a:r>
              <a:rPr lang="en-US" altLang="ko-KR" dirty="0" err="1" smtClean="0">
                <a:solidFill>
                  <a:srgbClr val="FF0000"/>
                </a:solidFill>
              </a:rPr>
              <a:t>tb</a:t>
            </a:r>
            <a:r>
              <a:rPr lang="en-US" altLang="ko-KR" dirty="0" smtClean="0">
                <a:solidFill>
                  <a:srgbClr val="FF0000"/>
                </a:solidFill>
              </a:rPr>
              <a:t> </a:t>
            </a:r>
            <a:r>
              <a:rPr lang="ko-KR" altLang="en-US" dirty="0" smtClean="0">
                <a:solidFill>
                  <a:srgbClr val="FF0000"/>
                </a:solidFill>
              </a:rPr>
              <a:t>파일</a:t>
            </a:r>
            <a:r>
              <a:rPr lang="en-US" altLang="ko-KR" dirty="0" smtClean="0"/>
              <a:t>)</a:t>
            </a:r>
            <a:r>
              <a:rPr lang="ko-KR" altLang="en-US" dirty="0" smtClean="0"/>
              <a:t>을 열고 오른쪽 화면과 같이 나타나면 </a:t>
            </a:r>
            <a:r>
              <a:rPr lang="en-US" altLang="ko-KR" dirty="0" smtClean="0">
                <a:solidFill>
                  <a:srgbClr val="FF0000"/>
                </a:solidFill>
              </a:rPr>
              <a:t>OK</a:t>
            </a:r>
            <a:r>
              <a:rPr lang="ko-KR" altLang="en-US" dirty="0" smtClean="0"/>
              <a:t>클릭 </a:t>
            </a:r>
            <a:endParaRPr lang="ko-KR" altLang="en-US" dirty="0"/>
          </a:p>
        </p:txBody>
      </p:sp>
      <p:sp>
        <p:nvSpPr>
          <p:cNvPr id="6" name="직사각형 5"/>
          <p:cNvSpPr/>
          <p:nvPr/>
        </p:nvSpPr>
        <p:spPr>
          <a:xfrm>
            <a:off x="952108" y="1593130"/>
            <a:ext cx="4166647" cy="46770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4514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7855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*</a:t>
            </a:r>
            <a:r>
              <a:rPr lang="ko-KR" altLang="en-US" sz="3600" dirty="0" smtClean="0"/>
              <a:t> </a:t>
            </a:r>
            <a:r>
              <a:rPr lang="en-US" altLang="ko-KR" sz="3600" dirty="0" err="1" smtClean="0"/>
              <a:t>ModelSim</a:t>
            </a:r>
            <a:r>
              <a:rPr lang="en-US" altLang="ko-KR" sz="3600" dirty="0" smtClean="0"/>
              <a:t> </a:t>
            </a:r>
            <a:r>
              <a:rPr lang="ko-KR" altLang="en-US" sz="3600" dirty="0" smtClean="0"/>
              <a:t>컴파일 방법 </a:t>
            </a:r>
            <a:r>
              <a:rPr lang="en-US" altLang="ko-KR" sz="3600" dirty="0" smtClean="0"/>
              <a:t>*</a:t>
            </a:r>
            <a:endParaRPr lang="ko-KR" altLang="en-US" sz="3600" dirty="0"/>
          </a:p>
        </p:txBody>
      </p:sp>
      <p:cxnSp>
        <p:nvCxnSpPr>
          <p:cNvPr id="7" name="직선 연결선 6"/>
          <p:cNvCxnSpPr/>
          <p:nvPr/>
        </p:nvCxnSpPr>
        <p:spPr>
          <a:xfrm>
            <a:off x="838200" y="1212980"/>
            <a:ext cx="105156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430" y="1996462"/>
            <a:ext cx="3630105" cy="235082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3142" y="1943148"/>
            <a:ext cx="5619750" cy="24574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407329" y="5439266"/>
            <a:ext cx="73773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파일 </a:t>
            </a:r>
            <a:r>
              <a:rPr lang="en-US" altLang="ko-KR" dirty="0" smtClean="0"/>
              <a:t>2</a:t>
            </a:r>
            <a:r>
              <a:rPr lang="ko-KR" altLang="en-US" dirty="0" smtClean="0"/>
              <a:t>개를 선택한 뒤 마우스 </a:t>
            </a:r>
            <a:r>
              <a:rPr lang="ko-KR" altLang="en-US" dirty="0" err="1" smtClean="0"/>
              <a:t>우클릭</a:t>
            </a:r>
            <a:r>
              <a:rPr lang="ko-KR" altLang="en-US" dirty="0" smtClean="0"/>
              <a:t> 후 </a:t>
            </a:r>
            <a:r>
              <a:rPr lang="en-US" altLang="ko-KR" dirty="0" smtClean="0">
                <a:solidFill>
                  <a:srgbClr val="FF0000"/>
                </a:solidFill>
              </a:rPr>
              <a:t>Compile -&gt; Compile All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ko-KR" altLang="en-US" dirty="0" smtClean="0"/>
              <a:t>클릭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26801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7855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*</a:t>
            </a:r>
            <a:r>
              <a:rPr lang="ko-KR" altLang="en-US" sz="3600" dirty="0" smtClean="0"/>
              <a:t> </a:t>
            </a:r>
            <a:r>
              <a:rPr lang="en-US" altLang="ko-KR" sz="3600" dirty="0" err="1" smtClean="0"/>
              <a:t>ModelSim</a:t>
            </a:r>
            <a:r>
              <a:rPr lang="en-US" altLang="ko-KR" sz="3600" dirty="0" smtClean="0"/>
              <a:t> </a:t>
            </a:r>
            <a:r>
              <a:rPr lang="ko-KR" altLang="en-US" sz="3600" dirty="0" smtClean="0"/>
              <a:t>컴파일 방법 </a:t>
            </a:r>
            <a:r>
              <a:rPr lang="en-US" altLang="ko-KR" sz="3600" dirty="0" smtClean="0"/>
              <a:t>*</a:t>
            </a:r>
            <a:endParaRPr lang="ko-KR" altLang="en-US" sz="3600" dirty="0"/>
          </a:p>
        </p:txBody>
      </p:sp>
      <p:cxnSp>
        <p:nvCxnSpPr>
          <p:cNvPr id="7" name="직선 연결선 6"/>
          <p:cNvCxnSpPr/>
          <p:nvPr/>
        </p:nvCxnSpPr>
        <p:spPr>
          <a:xfrm>
            <a:off x="838200" y="1212980"/>
            <a:ext cx="105156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7" y="1998280"/>
            <a:ext cx="4802101" cy="1262408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8" y="4258793"/>
            <a:ext cx="4802101" cy="13580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0" y="2629484"/>
            <a:ext cx="544892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chemeClr val="tx2">
                    <a:lumMod val="50000"/>
                  </a:schemeClr>
                </a:solidFill>
              </a:rPr>
              <a:t>- Project </a:t>
            </a:r>
            <a:r>
              <a:rPr lang="ko-KR" altLang="en-US" b="1" dirty="0" smtClean="0">
                <a:solidFill>
                  <a:schemeClr val="tx2">
                    <a:lumMod val="50000"/>
                  </a:schemeClr>
                </a:solidFill>
              </a:rPr>
              <a:t>창의 </a:t>
            </a:r>
            <a:r>
              <a:rPr lang="en-US" altLang="ko-KR" b="1" dirty="0" smtClean="0">
                <a:solidFill>
                  <a:schemeClr val="tx2">
                    <a:lumMod val="50000"/>
                  </a:schemeClr>
                </a:solidFill>
              </a:rPr>
              <a:t>Status</a:t>
            </a:r>
            <a:r>
              <a:rPr lang="ko-KR" altLang="en-US" b="1" dirty="0" smtClean="0">
                <a:solidFill>
                  <a:schemeClr val="tx2">
                    <a:lumMod val="50000"/>
                  </a:schemeClr>
                </a:solidFill>
              </a:rPr>
              <a:t>가 </a:t>
            </a:r>
            <a:r>
              <a:rPr lang="en-US" altLang="ko-KR" b="1" dirty="0" smtClean="0">
                <a:solidFill>
                  <a:schemeClr val="tx2">
                    <a:lumMod val="50000"/>
                  </a:schemeClr>
                </a:solidFill>
              </a:rPr>
              <a:t>V</a:t>
            </a:r>
            <a:r>
              <a:rPr lang="ko-KR" altLang="en-US" b="1" dirty="0" smtClean="0">
                <a:solidFill>
                  <a:schemeClr val="tx2">
                    <a:lumMod val="50000"/>
                  </a:schemeClr>
                </a:solidFill>
              </a:rPr>
              <a:t>로 표시되면 컴파일 성공</a:t>
            </a:r>
            <a:endParaRPr lang="en-US" altLang="ko-KR" b="1" dirty="0" smtClean="0">
              <a:solidFill>
                <a:schemeClr val="tx2">
                  <a:lumMod val="50000"/>
                </a:schemeClr>
              </a:solidFill>
            </a:endParaRPr>
          </a:p>
          <a:p>
            <a:endParaRPr lang="en-US" altLang="ko-KR" dirty="0" smtClean="0"/>
          </a:p>
          <a:p>
            <a:endParaRPr lang="en-US" altLang="ko-KR" dirty="0"/>
          </a:p>
          <a:p>
            <a:r>
              <a:rPr lang="en-US" altLang="ko-KR" dirty="0" smtClean="0">
                <a:solidFill>
                  <a:srgbClr val="FF0000"/>
                </a:solidFill>
              </a:rPr>
              <a:t>- X</a:t>
            </a:r>
            <a:r>
              <a:rPr lang="ko-KR" altLang="en-US" dirty="0" smtClean="0">
                <a:solidFill>
                  <a:srgbClr val="FF0000"/>
                </a:solidFill>
              </a:rPr>
              <a:t>나 </a:t>
            </a:r>
            <a:r>
              <a:rPr lang="en-US" altLang="ko-KR" dirty="0" smtClean="0">
                <a:solidFill>
                  <a:srgbClr val="FF0000"/>
                </a:solidFill>
              </a:rPr>
              <a:t>?</a:t>
            </a:r>
            <a:r>
              <a:rPr lang="ko-KR" altLang="en-US" dirty="0" smtClean="0">
                <a:solidFill>
                  <a:srgbClr val="FF0000"/>
                </a:solidFill>
              </a:rPr>
              <a:t>로 표시 될 경우엔 소스 코드에러 가능성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r>
              <a:rPr lang="en-US" altLang="ko-KR" dirty="0" smtClean="0"/>
              <a:t>- </a:t>
            </a:r>
            <a:r>
              <a:rPr lang="ko-KR" altLang="en-US" dirty="0" smtClean="0"/>
              <a:t>문제 발생시 해당 파일을 </a:t>
            </a:r>
            <a:r>
              <a:rPr lang="ko-KR" altLang="en-US" dirty="0" err="1" smtClean="0"/>
              <a:t>우클릭</a:t>
            </a:r>
            <a:r>
              <a:rPr lang="ko-KR" altLang="en-US" dirty="0" smtClean="0"/>
              <a:t> 후 </a:t>
            </a:r>
            <a:endParaRPr lang="en-US" altLang="ko-KR" dirty="0" smtClean="0"/>
          </a:p>
          <a:p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en-US" altLang="ko-KR" dirty="0" smtClean="0">
                <a:solidFill>
                  <a:srgbClr val="FF0000"/>
                </a:solidFill>
              </a:rPr>
              <a:t>Compile -&gt; Compile Report </a:t>
            </a:r>
            <a:r>
              <a:rPr lang="ko-KR" altLang="en-US" dirty="0" smtClean="0"/>
              <a:t>클릭</a:t>
            </a:r>
            <a:endParaRPr lang="en-US" altLang="ko-KR" dirty="0" smtClean="0"/>
          </a:p>
          <a:p>
            <a:r>
              <a:rPr lang="en-US" altLang="ko-KR" dirty="0" smtClean="0"/>
              <a:t>- </a:t>
            </a:r>
            <a:r>
              <a:rPr lang="ko-KR" altLang="en-US" dirty="0" smtClean="0"/>
              <a:t>클릭 후 </a:t>
            </a:r>
            <a:r>
              <a:rPr lang="en-US" altLang="ko-KR" dirty="0" err="1" smtClean="0"/>
              <a:t>vhd</a:t>
            </a:r>
            <a:r>
              <a:rPr lang="ko-KR" altLang="en-US" dirty="0" smtClean="0"/>
              <a:t>파일의 오류를 분석한 후 소스코드 </a:t>
            </a:r>
            <a:endParaRPr lang="en-US" altLang="ko-KR" dirty="0"/>
          </a:p>
          <a:p>
            <a:r>
              <a:rPr lang="en-US" altLang="ko-KR" dirty="0" smtClean="0"/>
              <a:t>  </a:t>
            </a:r>
            <a:r>
              <a:rPr lang="ko-KR" altLang="en-US" dirty="0" smtClean="0"/>
              <a:t>수정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711834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7855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*</a:t>
            </a:r>
            <a:r>
              <a:rPr lang="ko-KR" altLang="en-US" sz="3600" dirty="0" smtClean="0"/>
              <a:t> </a:t>
            </a:r>
            <a:r>
              <a:rPr lang="en-US" altLang="ko-KR" sz="3600" dirty="0" err="1" smtClean="0"/>
              <a:t>ModelSim</a:t>
            </a:r>
            <a:r>
              <a:rPr lang="en-US" altLang="ko-KR" sz="3600" dirty="0" smtClean="0"/>
              <a:t> </a:t>
            </a:r>
            <a:r>
              <a:rPr lang="ko-KR" altLang="en-US" sz="3600" dirty="0" smtClean="0"/>
              <a:t>컴파일 방법 </a:t>
            </a:r>
            <a:r>
              <a:rPr lang="en-US" altLang="ko-KR" sz="3600" dirty="0" smtClean="0"/>
              <a:t>*</a:t>
            </a:r>
            <a:endParaRPr lang="ko-KR" altLang="en-US" sz="3600" dirty="0"/>
          </a:p>
        </p:txBody>
      </p:sp>
      <p:cxnSp>
        <p:nvCxnSpPr>
          <p:cNvPr id="7" name="직선 연결선 6"/>
          <p:cNvCxnSpPr/>
          <p:nvPr/>
        </p:nvCxnSpPr>
        <p:spPr>
          <a:xfrm>
            <a:off x="838200" y="1212980"/>
            <a:ext cx="105156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3587" y="1472201"/>
            <a:ext cx="8124825" cy="38004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01993" y="5712643"/>
            <a:ext cx="67880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Libraries</a:t>
            </a:r>
            <a:r>
              <a:rPr lang="ko-KR" altLang="en-US" dirty="0" smtClean="0"/>
              <a:t>로 돌아와 </a:t>
            </a:r>
            <a:r>
              <a:rPr lang="en-US" altLang="ko-KR" dirty="0" smtClean="0"/>
              <a:t>work</a:t>
            </a:r>
            <a:r>
              <a:rPr lang="ko-KR" altLang="en-US" dirty="0" smtClean="0"/>
              <a:t>에 </a:t>
            </a:r>
            <a:r>
              <a:rPr lang="en-US" altLang="ko-KR" dirty="0" err="1" smtClean="0"/>
              <a:t>tb</a:t>
            </a:r>
            <a:r>
              <a:rPr lang="ko-KR" altLang="en-US" dirty="0" smtClean="0"/>
              <a:t>파일을 </a:t>
            </a:r>
            <a:r>
              <a:rPr lang="ko-KR" altLang="en-US" dirty="0" err="1" smtClean="0"/>
              <a:t>우클릭</a:t>
            </a:r>
            <a:r>
              <a:rPr lang="ko-KR" altLang="en-US" dirty="0" smtClean="0"/>
              <a:t> 한 뒤 </a:t>
            </a:r>
            <a:r>
              <a:rPr lang="en-US" altLang="ko-KR" dirty="0" smtClean="0"/>
              <a:t>Simulate </a:t>
            </a:r>
            <a:r>
              <a:rPr lang="ko-KR" altLang="en-US" dirty="0" smtClean="0"/>
              <a:t>클릭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930214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7855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*</a:t>
            </a:r>
            <a:r>
              <a:rPr lang="ko-KR" altLang="en-US" sz="3600" dirty="0" smtClean="0"/>
              <a:t> </a:t>
            </a:r>
            <a:r>
              <a:rPr lang="en-US" altLang="ko-KR" sz="3600" dirty="0" err="1" smtClean="0"/>
              <a:t>ModelSim</a:t>
            </a:r>
            <a:r>
              <a:rPr lang="en-US" altLang="ko-KR" sz="3600" dirty="0" smtClean="0"/>
              <a:t> </a:t>
            </a:r>
            <a:r>
              <a:rPr lang="ko-KR" altLang="en-US" sz="3600" dirty="0" smtClean="0"/>
              <a:t>컴파일 방법 </a:t>
            </a:r>
            <a:r>
              <a:rPr lang="en-US" altLang="ko-KR" sz="3600" dirty="0" smtClean="0"/>
              <a:t>*</a:t>
            </a:r>
            <a:endParaRPr lang="ko-KR" altLang="en-US" sz="3600" dirty="0"/>
          </a:p>
        </p:txBody>
      </p:sp>
      <p:cxnSp>
        <p:nvCxnSpPr>
          <p:cNvPr id="7" name="직선 연결선 6"/>
          <p:cNvCxnSpPr/>
          <p:nvPr/>
        </p:nvCxnSpPr>
        <p:spPr>
          <a:xfrm>
            <a:off x="838200" y="1212980"/>
            <a:ext cx="105156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1380487"/>
            <a:ext cx="7457388" cy="49078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01241" y="4920792"/>
            <a:ext cx="481240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Simulate </a:t>
            </a:r>
            <a:r>
              <a:rPr lang="ko-KR" altLang="en-US" dirty="0" smtClean="0"/>
              <a:t>후 왼쪽과 같은 창이</a:t>
            </a:r>
            <a:endParaRPr lang="en-US" altLang="ko-KR" dirty="0" smtClean="0"/>
          </a:p>
          <a:p>
            <a:r>
              <a:rPr lang="ko-KR" altLang="en-US" dirty="0" smtClean="0"/>
              <a:t>뜨면 </a:t>
            </a:r>
            <a:r>
              <a:rPr lang="en-US" altLang="ko-KR" dirty="0" err="1" smtClean="0"/>
              <a:t>tb</a:t>
            </a:r>
            <a:r>
              <a:rPr lang="ko-KR" altLang="en-US" dirty="0" smtClean="0"/>
              <a:t>파일을 다시 </a:t>
            </a:r>
            <a:r>
              <a:rPr lang="ko-KR" altLang="en-US" dirty="0" err="1" smtClean="0"/>
              <a:t>우클릭</a:t>
            </a:r>
            <a:r>
              <a:rPr lang="ko-KR" altLang="en-US" dirty="0" smtClean="0"/>
              <a:t> 한 뒤</a:t>
            </a:r>
            <a:endParaRPr lang="en-US" altLang="ko-KR" dirty="0" smtClean="0"/>
          </a:p>
          <a:p>
            <a:r>
              <a:rPr lang="en-US" altLang="ko-KR" dirty="0" smtClean="0">
                <a:solidFill>
                  <a:srgbClr val="FF0000"/>
                </a:solidFill>
              </a:rPr>
              <a:t>Add to -&gt; Wave -&gt; All items in design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ko-KR" altLang="en-US" dirty="0" smtClean="0"/>
              <a:t>클릭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12749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7855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*</a:t>
            </a:r>
            <a:r>
              <a:rPr lang="ko-KR" altLang="en-US" sz="3600" dirty="0" smtClean="0"/>
              <a:t> </a:t>
            </a:r>
            <a:r>
              <a:rPr lang="en-US" altLang="ko-KR" sz="3600" dirty="0" err="1" smtClean="0"/>
              <a:t>ModelSim</a:t>
            </a:r>
            <a:r>
              <a:rPr lang="en-US" altLang="ko-KR" sz="3600" dirty="0" smtClean="0"/>
              <a:t> </a:t>
            </a:r>
            <a:r>
              <a:rPr lang="ko-KR" altLang="en-US" sz="3600" dirty="0" smtClean="0"/>
              <a:t>컴파일 방법 </a:t>
            </a:r>
            <a:r>
              <a:rPr lang="en-US" altLang="ko-KR" sz="3600" dirty="0" smtClean="0"/>
              <a:t>*</a:t>
            </a:r>
            <a:endParaRPr lang="ko-KR" altLang="en-US" sz="3600" dirty="0"/>
          </a:p>
        </p:txBody>
      </p:sp>
      <p:cxnSp>
        <p:nvCxnSpPr>
          <p:cNvPr id="7" name="직선 연결선 6"/>
          <p:cNvCxnSpPr/>
          <p:nvPr/>
        </p:nvCxnSpPr>
        <p:spPr>
          <a:xfrm>
            <a:off x="838200" y="1212980"/>
            <a:ext cx="105156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r="44096"/>
          <a:stretch/>
        </p:blipFill>
        <p:spPr>
          <a:xfrm>
            <a:off x="2131636" y="1367576"/>
            <a:ext cx="7928727" cy="5241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3401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7855"/>
          </a:xfrm>
        </p:spPr>
        <p:txBody>
          <a:bodyPr>
            <a:normAutofit/>
          </a:bodyPr>
          <a:lstStyle/>
          <a:p>
            <a:r>
              <a:rPr lang="en-US" altLang="ko-KR" sz="3600" dirty="0"/>
              <a:t>*</a:t>
            </a:r>
            <a:r>
              <a:rPr lang="ko-KR" altLang="en-US" sz="3600" dirty="0" smtClean="0"/>
              <a:t> </a:t>
            </a:r>
            <a:r>
              <a:rPr lang="en-US" altLang="ko-KR" sz="3600" dirty="0" err="1" smtClean="0"/>
              <a:t>ModelSim</a:t>
            </a:r>
            <a:r>
              <a:rPr lang="en-US" altLang="ko-KR" sz="3600" dirty="0" smtClean="0"/>
              <a:t> </a:t>
            </a:r>
            <a:r>
              <a:rPr lang="ko-KR" altLang="en-US" sz="3600" dirty="0" smtClean="0"/>
              <a:t>컴파일 방법 </a:t>
            </a:r>
            <a:r>
              <a:rPr lang="en-US" altLang="ko-KR" sz="3600" dirty="0" smtClean="0"/>
              <a:t>*</a:t>
            </a:r>
            <a:endParaRPr lang="ko-KR" altLang="en-US" sz="3600" dirty="0"/>
          </a:p>
        </p:txBody>
      </p:sp>
      <p:cxnSp>
        <p:nvCxnSpPr>
          <p:cNvPr id="7" name="직선 연결선 6"/>
          <p:cNvCxnSpPr/>
          <p:nvPr/>
        </p:nvCxnSpPr>
        <p:spPr>
          <a:xfrm>
            <a:off x="838200" y="1212980"/>
            <a:ext cx="105156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0913" y="2329533"/>
            <a:ext cx="3946998" cy="1610218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3044856" y="2829113"/>
            <a:ext cx="443060" cy="5090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3044856" y="2329532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↓클릭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424861" y="2829113"/>
            <a:ext cx="1564848" cy="50904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1666543" y="2364481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↓시간 설정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22823" y="4439331"/>
            <a:ext cx="44871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시간 설정 후 </a:t>
            </a:r>
            <a:r>
              <a:rPr lang="en-US" altLang="ko-KR" dirty="0" smtClean="0"/>
              <a:t>ex) 1000 ps.</a:t>
            </a:r>
            <a:br>
              <a:rPr lang="en-US" altLang="ko-KR" dirty="0" smtClean="0"/>
            </a:br>
            <a:r>
              <a:rPr lang="ko-KR" altLang="en-US" dirty="0" smtClean="0"/>
              <a:t>오른쪽을 클릭하게 되면 파형이 나타난다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1854" y="1808572"/>
            <a:ext cx="3216762" cy="255013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95263" y="4631127"/>
            <a:ext cx="40099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범위 조정은 </a:t>
            </a:r>
            <a:r>
              <a:rPr lang="en-US" altLang="ko-KR" dirty="0" smtClean="0"/>
              <a:t>Wave </a:t>
            </a:r>
            <a:r>
              <a:rPr lang="ko-KR" altLang="en-US" dirty="0" smtClean="0"/>
              <a:t>창에서 </a:t>
            </a:r>
            <a:r>
              <a:rPr lang="ko-KR" altLang="en-US" dirty="0" err="1" smtClean="0"/>
              <a:t>우클릭</a:t>
            </a:r>
            <a:r>
              <a:rPr lang="ko-KR" altLang="en-US" dirty="0" smtClean="0"/>
              <a:t> 후 </a:t>
            </a:r>
            <a:endParaRPr lang="en-US" altLang="ko-KR" dirty="0" smtClean="0"/>
          </a:p>
          <a:p>
            <a:r>
              <a:rPr lang="en-US" altLang="ko-KR" dirty="0" smtClean="0"/>
              <a:t>Zoom Range</a:t>
            </a:r>
            <a:r>
              <a:rPr lang="ko-KR" altLang="en-US" dirty="0" smtClean="0"/>
              <a:t>를 클릭한다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31074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</TotalTime>
  <Words>264</Words>
  <Application>Microsoft Office PowerPoint</Application>
  <PresentationFormat>사용자 지정</PresentationFormat>
  <Paragraphs>48</Paragraphs>
  <Slides>13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4" baseType="lpstr">
      <vt:lpstr>Office 테마</vt:lpstr>
      <vt:lpstr>ModelSim 사용 방법</vt:lpstr>
      <vt:lpstr>* ModelSim 컴파일 방법 *</vt:lpstr>
      <vt:lpstr>* ModelSim 컴파일 방법 *</vt:lpstr>
      <vt:lpstr>* ModelSim 컴파일 방법 *</vt:lpstr>
      <vt:lpstr>* ModelSim 컴파일 방법 *</vt:lpstr>
      <vt:lpstr>* ModelSim 컴파일 방법 *</vt:lpstr>
      <vt:lpstr>* ModelSim 컴파일 방법 *</vt:lpstr>
      <vt:lpstr>* ModelSim 컴파일 방법 *</vt:lpstr>
      <vt:lpstr>* ModelSim 컴파일 방법 *</vt:lpstr>
      <vt:lpstr>* ModelSim 컴파일 방법 *</vt:lpstr>
      <vt:lpstr>* ModelSim 컴파일 방법 *</vt:lpstr>
      <vt:lpstr>* ModelSim 컴파일 방법 *</vt:lpstr>
      <vt:lpstr>* ModelSim 컴파일 방법 *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1주차 실습</dc:title>
  <dc:creator>황 인호</dc:creator>
  <cp:lastModifiedBy>snslab</cp:lastModifiedBy>
  <cp:revision>36</cp:revision>
  <dcterms:created xsi:type="dcterms:W3CDTF">2019-09-02T13:40:33Z</dcterms:created>
  <dcterms:modified xsi:type="dcterms:W3CDTF">2019-11-05T13:04:55Z</dcterms:modified>
</cp:coreProperties>
</file>